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286000" y="2514600"/>
            <a:ext cx="4572000" cy="54864"/>
          </a:xfrm>
          <a:prstGeom prst="rect">
            <a:avLst/>
          </a:prstGeom>
          <a:solidFill>
            <a:srgbClr val="4FC3F7">
              <a:alpha val="60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Model  |  ML Internship Project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737360" cy="1188720"/>
          </a:xfrm>
          <a:prstGeom prst="rect">
            <a:avLst/>
          </a:prstGeom>
          <a:solidFill>
            <a:srgbClr val="2A52BE">
              <a:alpha val="70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015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337560"/>
            <a:ext cx="1737360" cy="1188720"/>
          </a:xfrm>
          <a:prstGeom prst="rect">
            <a:avLst/>
          </a:prstGeom>
          <a:solidFill>
            <a:srgbClr val="2A52BE">
              <a:alpha val="70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4015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3913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337560"/>
            <a:ext cx="1737360" cy="1188720"/>
          </a:xfrm>
          <a:prstGeom prst="rect">
            <a:avLst/>
          </a:prstGeom>
          <a:solidFill>
            <a:srgbClr val="2A52BE">
              <a:alpha val="70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4015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913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3337560"/>
            <a:ext cx="1737360" cy="1188720"/>
          </a:xfrm>
          <a:prstGeom prst="rect">
            <a:avLst/>
          </a:prstGeom>
          <a:solidFill>
            <a:srgbClr val="2A52BE">
              <a:alpha val="70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40156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39136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Error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•  Pandas  •  Scikit-learn  •  Matplotlib  •  Seaborn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3619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536192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3533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Housing dataset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20,640 samples, 8 features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93392" y="1097280"/>
            <a:ext cx="153619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1097280"/>
            <a:ext cx="1536192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115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93392" y="18745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84832" y="2423160"/>
            <a:ext cx="13533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&amp; visualizations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12464" y="1097280"/>
            <a:ext cx="153619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12464" y="1097280"/>
            <a:ext cx="1536192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1115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12464" y="18745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03904" y="2423160"/>
            <a:ext cx="13533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with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31536" y="1097280"/>
            <a:ext cx="153619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31536" y="1097280"/>
            <a:ext cx="1536192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1115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31536" y="18745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22976" y="2423160"/>
            <a:ext cx="13533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 with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50608" y="1097280"/>
            <a:ext cx="153619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097280"/>
            <a:ext cx="1536192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115568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50608" y="187452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42048" y="2423160"/>
            <a:ext cx="13533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result plots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ML workflow from raw data to saved model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367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6367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built-in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3749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939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0939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20,640 houses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5511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numeric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3749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083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0083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 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3749040" cy="384048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655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34655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$100,000s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3749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227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83080" y="39227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05156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with House Value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160020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1673352"/>
            <a:ext cx="1887322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22362" y="160020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203911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AveRooms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2112264"/>
            <a:ext cx="414223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9263" y="203911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2478024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9320" y="2551176"/>
            <a:ext cx="290779" cy="20116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5819" y="2478024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2916936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AveBedrms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89320" y="2990088"/>
            <a:ext cx="128930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970" y="2916936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33558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3429000"/>
            <a:ext cx="68580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03620" y="335584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-0.025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63440" y="3794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89320" y="3867912"/>
            <a:ext cx="395021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30061" y="379476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-0.144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423367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0" y="4306824"/>
            <a:ext cx="126187" cy="2011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1227" y="4233672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5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MedInc (Median Income) has the strongest correlation with house prices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Model 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Preprocessing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features (X)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95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StandardScaler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8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45536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45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1272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→ 0, Std → 1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column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347472" cy="34747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95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87705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16,512 train | 4,128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51560"/>
            <a:ext cx="42062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7899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Coefficients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618488"/>
            <a:ext cx="3931920" cy="329184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49440" y="16459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+0.8524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3931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0" y="20391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-0.8966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404872"/>
            <a:ext cx="3931920" cy="329184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323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49440" y="24323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-0.8689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798064"/>
            <a:ext cx="3931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25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AveBedrms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440" y="28254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+0.3711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191256"/>
            <a:ext cx="3931920" cy="329184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AveRooms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49440" y="32186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-0.3051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584448"/>
            <a:ext cx="3931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HouseAge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3611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+0.1224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3977640"/>
            <a:ext cx="3931920" cy="329184"/>
          </a:xfrm>
          <a:prstGeom prst="rect">
            <a:avLst/>
          </a:prstGeom>
          <a:solidFill>
            <a:srgbClr val="F0F4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005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AveOccup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49440" y="4005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-0.0366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4370832"/>
            <a:ext cx="3931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3982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49440" y="4398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-0.0023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5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Intercept: 2.0679  |  Higher MedInc = Higher house price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0604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276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0.5332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578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~$53,320 avg error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16276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938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0.7456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2578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06040" cy="2011680"/>
          </a:xfrm>
          <a:prstGeom prst="rect">
            <a:avLst/>
          </a:prstGeom>
          <a:solidFill>
            <a:srgbClr val="1E2761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143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35040" y="16276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Score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0" y="19385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0.5758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2578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57.6% variance explained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10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Predictions vs Actual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128016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01368" y="3730752"/>
            <a:ext cx="128016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01368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45536" y="3730752"/>
            <a:ext cx="128016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45536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9704" y="3730752"/>
            <a:ext cx="128016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9704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33872" y="3730752"/>
            <a:ext cx="128016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2.186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78040" y="3730752"/>
            <a:ext cx="128016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78040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22208" y="3730752"/>
            <a:ext cx="128016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22208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1.587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169664"/>
            <a:ext cx="1280160" cy="384048"/>
          </a:xfrm>
          <a:prstGeom prst="rect">
            <a:avLst/>
          </a:prstGeom>
          <a:solidFill>
            <a:srgbClr val="E8F4FD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69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01368" y="41696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01368" y="4169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0.719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145536" y="41696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45536" y="4169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489704" y="41696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9704" y="4169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33872" y="41696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4169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2.839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178040" y="41696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4169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2.605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522208" y="4169664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22208" y="416966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9875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MedInc is the #1 predictor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9019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(Lat/Long) has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influence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8163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has minimal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price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65760" cy="36576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7307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 .pkl file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use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114800" cy="36576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Random Forest or XGBoost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(R² &gt; 0.80 expected)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2585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Population outliers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cleaner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00837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price-per-room ratio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7581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for more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evaluation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| R²: 0.5758 | MAE: $53,320 | RMSE: 0.7456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Housing Price Prediction</dc:title>
  <dc:subject>PptxGenJS Presentation</dc:subject>
  <dc:creator>ML Internship Project</dc:creator>
  <cp:lastModifiedBy>ML Internship Project</cp:lastModifiedBy>
  <cp:revision>1</cp:revision>
  <dcterms:created xsi:type="dcterms:W3CDTF">2026-04-13T21:21:03Z</dcterms:created>
  <dcterms:modified xsi:type="dcterms:W3CDTF">2026-04-13T21:21:03Z</dcterms:modified>
</cp:coreProperties>
</file>